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PPTX-SLIDE-1-TOKEN-301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PPTX-TABLE-CELL-TOKEN-302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PPTX-SLIDE-2-TOKEN-303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